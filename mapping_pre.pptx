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webm" ContentType="video/webm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7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6" autoAdjust="0"/>
    <p:restoredTop sz="94660"/>
  </p:normalViewPr>
  <p:slideViewPr>
    <p:cSldViewPr snapToGrid="0">
      <p:cViewPr varScale="1">
        <p:scale>
          <a:sx n="75" d="100"/>
          <a:sy n="75" d="100"/>
        </p:scale>
        <p:origin x="78" y="17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488DD0-283F-4D1E-AEFE-B87F6B6C95D5}" type="datetimeFigureOut">
              <a:rPr lang="zh-CN" altLang="en-US" smtClean="0"/>
              <a:t>2026/2/5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CB57C2-2AA9-4EF8-B058-82E9E2C00D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3768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CB57C2-2AA9-4EF8-B058-82E9E2C00D3D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93967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2FB862-205F-8D17-FE0E-919D0C5051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3A82FB0-2BDE-7449-B451-6C61A6A884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DBC7A3-48DE-B2EF-E959-0582751579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A12A0-58A9-4458-BD1B-C85AFB92B61B}" type="datetimeFigureOut">
              <a:rPr lang="zh-CN" altLang="en-US" smtClean="0"/>
              <a:t>2026/2/5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FFAABE6-8ADD-C22A-EA86-C689A59C3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9B688C9-FBBE-0059-9748-A37D4953A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56FBA-6C4E-4244-957A-8640682284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0177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F670D6-2876-DEA4-6467-55D4A9E25E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113E1E6-0F5E-351D-548A-1B00F06D68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DEE90B0-8B35-B6E5-8E9C-60788C6BC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A12A0-58A9-4458-BD1B-C85AFB92B61B}" type="datetimeFigureOut">
              <a:rPr lang="zh-CN" altLang="en-US" smtClean="0"/>
              <a:t>2026/2/5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8D054C5-5D4F-923E-49CF-851204F60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43585B6-CB5E-0DE8-BF8C-214A1809B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56FBA-6C4E-4244-957A-8640682284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10259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8AE3EB-39C1-D9A9-9C35-A43709360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24359EB-9F73-2B75-479E-392F776F43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328389E-3019-EC54-8FCC-E72000C293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A12A0-58A9-4458-BD1B-C85AFB92B61B}" type="datetimeFigureOut">
              <a:rPr lang="zh-CN" altLang="en-US" smtClean="0"/>
              <a:t>2026/2/5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CA38FC5-F259-E984-2E3D-139B577A6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AE0861F-180D-9C46-4489-B6E535FB6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56FBA-6C4E-4244-957A-8640682284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47504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443D52-5D5B-0E67-2C5E-C2E4A6D28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36E6838-3185-B50A-1F3E-D3BEE76180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A625EEE-6AF9-7075-9C56-3B87F24A61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A24AEEC-2684-5514-3A75-73F941223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A12A0-58A9-4458-BD1B-C85AFB92B61B}" type="datetimeFigureOut">
              <a:rPr lang="zh-CN" altLang="en-US" smtClean="0"/>
              <a:t>2026/2/5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B955B7-8D1B-AC39-F4F8-0561DDEE4B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3CC6149-554B-9DD6-70C2-2218F87A8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56FBA-6C4E-4244-957A-8640682284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4470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064B94-0C16-437B-CB8D-E15CC06D6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6BCE9BF-FA8F-3064-5DEA-BEAD6267CD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829FDA7-FAE3-3B73-9161-CF405BE877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199704D-5D65-C7A8-6079-0A8499EB09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1FE9660-F106-A1F5-1704-3AD16671A5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825D850-7589-95AA-D090-3CDD66D55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A12A0-58A9-4458-BD1B-C85AFB92B61B}" type="datetimeFigureOut">
              <a:rPr lang="zh-CN" altLang="en-US" smtClean="0"/>
              <a:t>2026/2/5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380F660-E956-22D9-4DF0-C2D25EA1E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4C7318D-D531-6E23-021E-5004A2AE1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56FBA-6C4E-4244-957A-8640682284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16012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99578C-BBDD-8EE8-83F7-25AE0222D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F6E0CB2-E27B-BD37-5C99-F7642C025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A12A0-58A9-4458-BD1B-C85AFB92B61B}" type="datetimeFigureOut">
              <a:rPr lang="zh-CN" altLang="en-US" smtClean="0"/>
              <a:t>2026/2/5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A3C6B65-63DA-6650-1CBD-6B2DFE559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B95BC67-57FD-330D-517B-BD04A1EAD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56FBA-6C4E-4244-957A-8640682284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73729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5BBAED0-D84F-04AC-A6BC-CBA41355B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A12A0-58A9-4458-BD1B-C85AFB92B61B}" type="datetimeFigureOut">
              <a:rPr lang="zh-CN" altLang="en-US" smtClean="0"/>
              <a:t>2026/2/5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1CBEC97-0DBA-22B7-6EAE-7019C766C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353D963-C48D-212E-03DF-9184E07F0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56FBA-6C4E-4244-957A-8640682284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0794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7EC2E2-ED0B-1660-B93F-8735BC6E6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F901006-4A9C-D68C-DB51-BD1BF10D06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B380175-CCB2-B6D9-A420-4C7B9521AE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633AD3C-7358-43CF-5737-CC94E93987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A12A0-58A9-4458-BD1B-C85AFB92B61B}" type="datetimeFigureOut">
              <a:rPr lang="zh-CN" altLang="en-US" smtClean="0"/>
              <a:t>2026/2/5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D151326-76B1-9204-3D1F-6A3B9E2D5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35973EB-7D4D-136C-DE29-9757B7AB5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56FBA-6C4E-4244-957A-8640682284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2117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CDD46A-FB6A-A0FC-D46D-03D08754FE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E4539CF-E0B9-0B74-E338-76EED2E143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601988E-327B-8B86-2C3E-B6AC311F44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77A01E4-00E9-759A-9051-26A20E8E5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A12A0-58A9-4458-BD1B-C85AFB92B61B}" type="datetimeFigureOut">
              <a:rPr lang="zh-CN" altLang="en-US" smtClean="0"/>
              <a:t>2026/2/5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98BC1F0-BC09-581F-ABBF-1B23C2E46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DBF34B0-79D9-A5FD-215A-27CE349AF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56FBA-6C4E-4244-957A-8640682284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9594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DAA99C-4CD4-CA2C-AFB4-B7AACC151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8D0C9D7-623A-DAEC-F0E7-665F1BEED6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5C7EE1F-69BA-C438-7A52-178BFF928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A12A0-58A9-4458-BD1B-C85AFB92B61B}" type="datetimeFigureOut">
              <a:rPr lang="zh-CN" altLang="en-US" smtClean="0"/>
              <a:t>2026/2/5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3CAB54B-9E73-FF9C-84EE-1569E7922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8C9547F-7981-D86F-C5D3-39B8374B7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56FBA-6C4E-4244-957A-8640682284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42300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4875698-D2E4-F89A-B8D3-7300EEC089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93A824A-BCA9-5FCC-230C-BB169C2BA4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88E3678-F738-9DD9-797F-04BF99C09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A12A0-58A9-4458-BD1B-C85AFB92B61B}" type="datetimeFigureOut">
              <a:rPr lang="zh-CN" altLang="en-US" smtClean="0"/>
              <a:t>2026/2/5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52C06ED-8027-9384-FEAA-38E05175D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CB958B2-0455-8A4D-213A-D91740036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56FBA-6C4E-4244-957A-8640682284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51394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90AE503-7E3C-54D1-313F-E04F429BF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758556F-3571-22C7-3089-B200733892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5E6B860-4373-CF1C-62F1-3E2B491B78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5A12A0-58A9-4458-BD1B-C85AFB92B61B}" type="datetimeFigureOut">
              <a:rPr lang="zh-CN" altLang="en-US" smtClean="0"/>
              <a:t>2026/2/5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4D31E13-BB3E-CF24-5A37-22BA8A4C2F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75CB8E1-7A60-0741-0A79-0F36C72CD5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256FBA-6C4E-4244-957A-8640682284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80548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media" Target="../media/media2.mp4"/><Relationship Id="rId7" Type="http://schemas.openxmlformats.org/officeDocument/2006/relationships/image" Target="../media/image4.png"/><Relationship Id="rId2" Type="http://schemas.openxmlformats.org/officeDocument/2006/relationships/video" Target="../media/media1.webm"/><Relationship Id="rId1" Type="http://schemas.microsoft.com/office/2007/relationships/media" Target="../media/media1.webm"/><Relationship Id="rId6" Type="http://schemas.openxmlformats.org/officeDocument/2006/relationships/image" Target="../media/image3.png"/><Relationship Id="rId5" Type="http://schemas.openxmlformats.org/officeDocument/2006/relationships/slideLayout" Target="../slideLayouts/slideLayout2.xml"/><Relationship Id="rId4" Type="http://schemas.openxmlformats.org/officeDocument/2006/relationships/video" Target="../media/media2.mp4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media" Target="../media/media4.mp4"/><Relationship Id="rId7" Type="http://schemas.openxmlformats.org/officeDocument/2006/relationships/image" Target="../media/image6.png"/><Relationship Id="rId2" Type="http://schemas.openxmlformats.org/officeDocument/2006/relationships/video" Target="../media/media3.webm"/><Relationship Id="rId1" Type="http://schemas.microsoft.com/office/2007/relationships/media" Target="../media/media3.webm"/><Relationship Id="rId6" Type="http://schemas.openxmlformats.org/officeDocument/2006/relationships/image" Target="../media/image5.png"/><Relationship Id="rId5" Type="http://schemas.openxmlformats.org/officeDocument/2006/relationships/slideLayout" Target="../slideLayouts/slideLayout2.xml"/><Relationship Id="rId4" Type="http://schemas.openxmlformats.org/officeDocument/2006/relationships/video" Target="../media/media4.mp4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media" Target="../media/media6.mp4"/><Relationship Id="rId7" Type="http://schemas.openxmlformats.org/officeDocument/2006/relationships/image" Target="../media/image8.png"/><Relationship Id="rId2" Type="http://schemas.openxmlformats.org/officeDocument/2006/relationships/video" Target="../media/media5.webm"/><Relationship Id="rId1" Type="http://schemas.microsoft.com/office/2007/relationships/media" Target="../media/media5.webm"/><Relationship Id="rId6" Type="http://schemas.openxmlformats.org/officeDocument/2006/relationships/image" Target="../media/image7.png"/><Relationship Id="rId5" Type="http://schemas.openxmlformats.org/officeDocument/2006/relationships/slideLayout" Target="../slideLayouts/slideLayout2.xml"/><Relationship Id="rId4" Type="http://schemas.openxmlformats.org/officeDocument/2006/relationships/video" Target="../media/media6.mp4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microsoft.com/office/2007/relationships/media" Target="../media/media8.mp4"/><Relationship Id="rId7" Type="http://schemas.openxmlformats.org/officeDocument/2006/relationships/image" Target="../media/image9.png"/><Relationship Id="rId2" Type="http://schemas.openxmlformats.org/officeDocument/2006/relationships/video" Target="../media/media7.webm"/><Relationship Id="rId1" Type="http://schemas.microsoft.com/office/2007/relationships/media" Target="../media/media7.webm"/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2.xml"/><Relationship Id="rId4" Type="http://schemas.openxmlformats.org/officeDocument/2006/relationships/video" Target="../media/media8.mp4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D4DAC3-C6EC-A628-1B2F-DDA5E208AC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66675"/>
            <a:ext cx="10515600" cy="1325563"/>
          </a:xfrm>
        </p:spPr>
        <p:txBody>
          <a:bodyPr/>
          <a:lstStyle/>
          <a:p>
            <a:r>
              <a:rPr lang="en-US" altLang="zh-CN" dirty="0"/>
              <a:t>Startup pose(45, A-pose)</a:t>
            </a:r>
            <a:endParaRPr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CD56EA53-7605-55F0-E6BB-470CA50598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744" y="1838325"/>
            <a:ext cx="6733211" cy="4351338"/>
          </a:xfr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180F842-0A66-937A-8D4D-6906739DC0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295" r="4559" b="14075"/>
          <a:stretch>
            <a:fillRect/>
          </a:stretch>
        </p:blipFill>
        <p:spPr>
          <a:xfrm>
            <a:off x="6534652" y="1071563"/>
            <a:ext cx="4908048" cy="5118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98774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32319B-83FC-2B16-8EDF-054FFBE59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Arm </a:t>
            </a:r>
            <a:r>
              <a:rPr lang="en-US" altLang="zh-CN" dirty="0" err="1"/>
              <a:t>pitch&amp;roll</a:t>
            </a:r>
            <a:endParaRPr lang="zh-CN" altLang="en-US" dirty="0"/>
          </a:p>
        </p:txBody>
      </p:sp>
      <p:pic>
        <p:nvPicPr>
          <p:cNvPr id="4" name="Screencast from 2026年02月05日 13时22分07秒">
            <a:hlinkClick r:id="" action="ppaction://media"/>
            <a:extLst>
              <a:ext uri="{FF2B5EF4-FFF2-40B4-BE49-F238E27FC236}">
                <a16:creationId xmlns:a16="http://schemas.microsoft.com/office/drawing/2014/main" id="{14C9AB19-BFF0-9226-C67B-98D22537DDAD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60325" y="1546496"/>
            <a:ext cx="7165975" cy="5311504"/>
          </a:xfrm>
        </p:spPr>
      </p:pic>
      <p:pic>
        <p:nvPicPr>
          <p:cNvPr id="5" name="arm_pitch&amp;roll">
            <a:hlinkClick r:id="" action="ppaction://media"/>
            <a:extLst>
              <a:ext uri="{FF2B5EF4-FFF2-40B4-BE49-F238E27FC236}">
                <a16:creationId xmlns:a16="http://schemas.microsoft.com/office/drawing/2014/main" id="{97CD7135-6480-79D5-2AD6-83EEE3388518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7747000" y="298132"/>
            <a:ext cx="3695700" cy="6559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0365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349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6288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1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1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7632CF-ED6D-0A71-20AE-4F7296190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Shoulder yaw &amp; elbow pitch</a:t>
            </a:r>
            <a:endParaRPr lang="zh-CN" altLang="en-US" dirty="0"/>
          </a:p>
        </p:txBody>
      </p:sp>
      <p:pic>
        <p:nvPicPr>
          <p:cNvPr id="4" name="Screencast from 2026年02月05日 13时27分56秒">
            <a:hlinkClick r:id="" action="ppaction://media"/>
            <a:extLst>
              <a:ext uri="{FF2B5EF4-FFF2-40B4-BE49-F238E27FC236}">
                <a16:creationId xmlns:a16="http://schemas.microsoft.com/office/drawing/2014/main" id="{F8FFCCDF-5024-4E28-CDDD-FC991B7BF1D9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0" y="1304924"/>
            <a:ext cx="7380518" cy="5470525"/>
          </a:xfrm>
        </p:spPr>
      </p:pic>
      <p:pic>
        <p:nvPicPr>
          <p:cNvPr id="5" name="shoulder yaw&amp; elbow pitch">
            <a:hlinkClick r:id="" action="ppaction://media"/>
            <a:extLst>
              <a:ext uri="{FF2B5EF4-FFF2-40B4-BE49-F238E27FC236}">
                <a16:creationId xmlns:a16="http://schemas.microsoft.com/office/drawing/2014/main" id="{9B33F09E-1322-8EE7-8903-412051C85D0B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7831368" y="-17888"/>
            <a:ext cx="3827232" cy="6793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665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639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6495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1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1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F94748-E5F0-AD49-B6DD-048C0999B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Fingers</a:t>
            </a:r>
            <a:endParaRPr lang="zh-CN" altLang="en-US" dirty="0"/>
          </a:p>
        </p:txBody>
      </p:sp>
      <p:pic>
        <p:nvPicPr>
          <p:cNvPr id="4" name="Screencast from 2026年02月05日 13时30分53秒">
            <a:hlinkClick r:id="" action="ppaction://media"/>
            <a:extLst>
              <a:ext uri="{FF2B5EF4-FFF2-40B4-BE49-F238E27FC236}">
                <a16:creationId xmlns:a16="http://schemas.microsoft.com/office/drawing/2014/main" id="{48FCFCF1-B5E4-CE1C-050A-94435EF174BE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271463" y="1253330"/>
            <a:ext cx="7443787" cy="5517421"/>
          </a:xfrm>
        </p:spPr>
      </p:pic>
      <p:pic>
        <p:nvPicPr>
          <p:cNvPr id="5" name="fingers">
            <a:hlinkClick r:id="" action="ppaction://media"/>
            <a:extLst>
              <a:ext uri="{FF2B5EF4-FFF2-40B4-BE49-F238E27FC236}">
                <a16:creationId xmlns:a16="http://schemas.microsoft.com/office/drawing/2014/main" id="{878462D2-B2C8-AD07-8B85-442DDDB66EBA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7820024" y="444499"/>
            <a:ext cx="4283075" cy="5710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0183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892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5366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1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1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7636D7-EBF8-FA0F-F5AE-08082482BE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4450" y="0"/>
            <a:ext cx="10515600" cy="1325563"/>
          </a:xfrm>
        </p:spPr>
        <p:txBody>
          <a:bodyPr/>
          <a:lstStyle/>
          <a:p>
            <a:r>
              <a:rPr lang="en-US" altLang="zh-CN" dirty="0"/>
              <a:t>Problem: shoulder yaw(straight arms)</a:t>
            </a:r>
            <a:endParaRPr lang="zh-CN" altLang="en-US" dirty="0"/>
          </a:p>
        </p:txBody>
      </p:sp>
      <p:pic>
        <p:nvPicPr>
          <p:cNvPr id="4" name="Screencast from 2026年02月05日 13时31分58秒">
            <a:hlinkClick r:id="" action="ppaction://media"/>
            <a:extLst>
              <a:ext uri="{FF2B5EF4-FFF2-40B4-BE49-F238E27FC236}">
                <a16:creationId xmlns:a16="http://schemas.microsoft.com/office/drawing/2014/main" id="{2E3991AA-7D1A-410F-5FE3-4F597A4523BB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225425" y="1298574"/>
            <a:ext cx="7252012" cy="5375275"/>
          </a:xfrm>
        </p:spPr>
      </p:pic>
      <p:pic>
        <p:nvPicPr>
          <p:cNvPr id="5" name="shoulder yaw">
            <a:hlinkClick r:id="" action="ppaction://media"/>
            <a:extLst>
              <a:ext uri="{FF2B5EF4-FFF2-40B4-BE49-F238E27FC236}">
                <a16:creationId xmlns:a16="http://schemas.microsoft.com/office/drawing/2014/main" id="{572B3E34-7409-3725-AE3C-92C954F9EA5A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7880350" y="876299"/>
            <a:ext cx="4311650" cy="5748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4309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092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7333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1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1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26</Words>
  <Application>Microsoft Office PowerPoint</Application>
  <PresentationFormat>宽屏</PresentationFormat>
  <Paragraphs>6</Paragraphs>
  <Slides>5</Slides>
  <Notes>1</Notes>
  <HiddenSlides>0</HiddenSlides>
  <MMClips>8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9" baseType="lpstr">
      <vt:lpstr>等线</vt:lpstr>
      <vt:lpstr>等线 Light</vt:lpstr>
      <vt:lpstr>Arial</vt:lpstr>
      <vt:lpstr>Office 主题​​</vt:lpstr>
      <vt:lpstr>Startup pose(45, A-pose)</vt:lpstr>
      <vt:lpstr>Arm pitch&amp;roll</vt:lpstr>
      <vt:lpstr>Shoulder yaw &amp; elbow pitch</vt:lpstr>
      <vt:lpstr>Fingers</vt:lpstr>
      <vt:lpstr>Problem: shoulder yaw(straight arms)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Ziyu CHENG</dc:creator>
  <cp:lastModifiedBy>Ziyu CHENG</cp:lastModifiedBy>
  <cp:revision>6</cp:revision>
  <dcterms:created xsi:type="dcterms:W3CDTF">2026-02-05T05:33:04Z</dcterms:created>
  <dcterms:modified xsi:type="dcterms:W3CDTF">2026-02-05T05:49:57Z</dcterms:modified>
</cp:coreProperties>
</file>